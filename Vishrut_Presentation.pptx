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1482D7-E790-4229-AFA8-83CD822516AE}" v="4" dt="2026-10-08T18:04:42.1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rut Kumar" userId="01708fddf7a663f4" providerId="LiveId" clId="{7A8A0F37-5DBA-448B-B75F-5A3E4923235F}"/>
    <pc:docChg chg="undo redo custSel modSld">
      <pc:chgData name="Vishrut Kumar" userId="01708fddf7a663f4" providerId="LiveId" clId="{7A8A0F37-5DBA-448B-B75F-5A3E4923235F}" dt="2026-10-08T18:04:58.531" v="47" actId="20577"/>
      <pc:docMkLst>
        <pc:docMk/>
      </pc:docMkLst>
      <pc:sldChg chg="addSp delSp modSp mod">
        <pc:chgData name="Vishrut Kumar" userId="01708fddf7a663f4" providerId="LiveId" clId="{7A8A0F37-5DBA-448B-B75F-5A3E4923235F}" dt="2026-10-08T18:04:58.531" v="47" actId="20577"/>
        <pc:sldMkLst>
          <pc:docMk/>
          <pc:sldMk cId="0" sldId="256"/>
        </pc:sldMkLst>
        <pc:spChg chg="add del mod">
          <ac:chgData name="Vishrut Kumar" userId="01708fddf7a663f4" providerId="LiveId" clId="{7A8A0F37-5DBA-448B-B75F-5A3E4923235F}" dt="2026-10-08T18:04:58.531" v="47" actId="20577"/>
          <ac:spMkLst>
            <pc:docMk/>
            <pc:sldMk cId="0" sldId="256"/>
            <ac:spMk id="3" creationId="{2260BDC8-7DA4-85A6-27E1-D7C156633698}"/>
          </ac:spMkLst>
        </pc:spChg>
        <pc:picChg chg="mod">
          <ac:chgData name="Vishrut Kumar" userId="01708fddf7a663f4" providerId="LiveId" clId="{7A8A0F37-5DBA-448B-B75F-5A3E4923235F}" dt="2026-10-08T18:03:03.767" v="4" actId="1076"/>
          <ac:picMkLst>
            <pc:docMk/>
            <pc:sldMk cId="0" sldId="256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260BDC8-7DA4-85A6-27E1-D7C156633698}"/>
              </a:ext>
            </a:extLst>
          </p:cNvPr>
          <p:cNvSpPr/>
          <p:nvPr/>
        </p:nvSpPr>
        <p:spPr>
          <a:xfrm>
            <a:off x="1955800" y="5562600"/>
            <a:ext cx="5029200" cy="762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scene3d>
            <a:camera prst="perspectiveLeft"/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00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VISHRUT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</Words>
  <Application>Microsoft Office PowerPoint</Application>
  <PresentationFormat>Custom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ADLaM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Vishrut Kumar</cp:lastModifiedBy>
  <cp:revision>1</cp:revision>
  <dcterms:created xsi:type="dcterms:W3CDTF">2006-08-16T00:00:00Z</dcterms:created>
  <dcterms:modified xsi:type="dcterms:W3CDTF">2026-10-08T18:05:00Z</dcterms:modified>
</cp:coreProperties>
</file>